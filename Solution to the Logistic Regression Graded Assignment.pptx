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9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1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7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16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71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90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68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7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6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8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8188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29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83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931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49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37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882DCB5-F34F-4EDD-962E-F5E91425FECA}" type="datetimeFigureOut">
              <a:rPr lang="en-IN" smtClean="0"/>
              <a:t>04-10-2018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166B-CE93-47A4-8EF2-6F0A46E5A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059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Solution to the Logistic Regression Graded Assignment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Data Exploration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After </a:t>
            </a:r>
            <a:r>
              <a:rPr lang="en-IN" dirty="0" err="1"/>
              <a:t>Analyzing</a:t>
            </a:r>
            <a:r>
              <a:rPr lang="en-IN" dirty="0"/>
              <a:t> the data sets and </a:t>
            </a:r>
            <a:r>
              <a:rPr lang="en-IN" dirty="0" smtClean="0"/>
              <a:t>the client requirement mentioned, </a:t>
            </a:r>
            <a:r>
              <a:rPr lang="en-IN" dirty="0"/>
              <a:t>I came to know the following details</a:t>
            </a:r>
            <a:r>
              <a:rPr lang="en-IN" dirty="0" smtClean="0"/>
              <a:t>.:</a:t>
            </a:r>
            <a:r>
              <a:rPr lang="en-IN" dirty="0"/>
              <a:t> </a:t>
            </a:r>
          </a:p>
          <a:p>
            <a:r>
              <a:rPr lang="en-IN" dirty="0"/>
              <a:t>Independent Variables:</a:t>
            </a:r>
          </a:p>
          <a:p>
            <a:r>
              <a:rPr lang="en-IN" dirty="0"/>
              <a:t> V</a:t>
            </a:r>
            <a:r>
              <a:rPr lang="en-IN" dirty="0" smtClean="0"/>
              <a:t>ariable X2: </a:t>
            </a:r>
            <a:r>
              <a:rPr lang="en-IN" dirty="0"/>
              <a:t>Brand A chips: Are made with farm grown ingredients like potato, corn or wheat?</a:t>
            </a:r>
          </a:p>
          <a:p>
            <a:r>
              <a:rPr lang="en-IN" dirty="0" smtClean="0"/>
              <a:t>Variable X9: </a:t>
            </a:r>
            <a:r>
              <a:rPr lang="en-IN" dirty="0"/>
              <a:t>Brand A chips: Have zero grams trans fat</a:t>
            </a:r>
          </a:p>
          <a:p>
            <a:r>
              <a:rPr lang="en-IN" dirty="0"/>
              <a:t> </a:t>
            </a:r>
            <a:r>
              <a:rPr lang="en-IN" dirty="0" smtClean="0"/>
              <a:t>Variable X16: </a:t>
            </a:r>
            <a:r>
              <a:rPr lang="en-IN" dirty="0"/>
              <a:t>Brand A chips: Are made with natural oils </a:t>
            </a:r>
          </a:p>
          <a:p>
            <a:r>
              <a:rPr lang="en-IN" dirty="0" smtClean="0"/>
              <a:t>Variable X30:: </a:t>
            </a:r>
            <a:r>
              <a:rPr lang="en-IN" dirty="0"/>
              <a:t>Brand A chips : 10=minimally Processed / 1=Heavily processed on a 10 point scale </a:t>
            </a:r>
          </a:p>
          <a:p>
            <a:r>
              <a:rPr lang="en-IN" dirty="0"/>
              <a:t>Dependent variable: </a:t>
            </a:r>
          </a:p>
          <a:p>
            <a:r>
              <a:rPr lang="en-IN" dirty="0" smtClean="0"/>
              <a:t>Variable X23: </a:t>
            </a:r>
            <a:r>
              <a:rPr lang="en-IN" dirty="0"/>
              <a:t>Brand A chips : Rate the following 10=good for you, 1=bad for </a:t>
            </a:r>
            <a:r>
              <a:rPr lang="en-IN" dirty="0" smtClean="0"/>
              <a:t>you.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As </a:t>
            </a:r>
            <a:r>
              <a:rPr lang="en-IN" dirty="0"/>
              <a:t>X23 has 10 levels from 1 to 10</a:t>
            </a:r>
            <a:r>
              <a:rPr lang="en-IN" dirty="0" smtClean="0"/>
              <a:t>, I </a:t>
            </a:r>
            <a:r>
              <a:rPr lang="en-IN" dirty="0"/>
              <a:t>assumed </a:t>
            </a:r>
            <a:r>
              <a:rPr lang="en-IN" dirty="0" smtClean="0"/>
              <a:t>“</a:t>
            </a:r>
            <a:r>
              <a:rPr lang="en-IN" dirty="0" smtClean="0"/>
              <a:t>5 or more’</a:t>
            </a:r>
            <a:r>
              <a:rPr lang="en-IN" dirty="0" smtClean="0"/>
              <a:t> </a:t>
            </a:r>
            <a:r>
              <a:rPr lang="en-IN" dirty="0"/>
              <a:t>are good and less than that are bad</a:t>
            </a:r>
            <a:r>
              <a:rPr lang="en-IN" dirty="0" smtClean="0"/>
              <a:t>, and </a:t>
            </a:r>
            <a:r>
              <a:rPr lang="en-IN" dirty="0"/>
              <a:t>created another categorical variable called </a:t>
            </a:r>
            <a:r>
              <a:rPr lang="en-IN" dirty="0" smtClean="0"/>
              <a:t>“Target” </a:t>
            </a:r>
            <a:r>
              <a:rPr lang="en-IN" dirty="0"/>
              <a:t>with 0 and 1,where 0 is bad and 1 is </a:t>
            </a:r>
            <a:r>
              <a:rPr lang="en-IN" dirty="0" smtClean="0"/>
              <a:t>good.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75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From the model we can infer that apart from the “processing level” all other have </a:t>
            </a:r>
            <a:r>
              <a:rPr lang="en-IN" dirty="0" smtClean="0"/>
              <a:t>negative </a:t>
            </a:r>
            <a:r>
              <a:rPr lang="en-IN" dirty="0"/>
              <a:t>impact </a:t>
            </a:r>
            <a:r>
              <a:rPr lang="en-IN" dirty="0" smtClean="0"/>
              <a:t>on the brand value of Brans A.</a:t>
            </a:r>
            <a:endParaRPr lang="en-IN" dirty="0"/>
          </a:p>
          <a:p>
            <a:pPr lvl="0"/>
            <a:r>
              <a:rPr lang="en-IN" dirty="0"/>
              <a:t>“Farm grown ingredients” has a negative impact of </a:t>
            </a:r>
            <a:r>
              <a:rPr lang="en-IN" dirty="0" smtClean="0"/>
              <a:t>0.252217 </a:t>
            </a:r>
            <a:r>
              <a:rPr lang="en-IN" dirty="0"/>
              <a:t>on the brand value of Brand A.</a:t>
            </a:r>
          </a:p>
          <a:p>
            <a:pPr lvl="0"/>
            <a:r>
              <a:rPr lang="en-IN" dirty="0"/>
              <a:t> “Have zero grams </a:t>
            </a:r>
            <a:r>
              <a:rPr lang="en-IN" dirty="0" err="1"/>
              <a:t>transfat</a:t>
            </a:r>
            <a:r>
              <a:rPr lang="en-IN" dirty="0"/>
              <a:t>” has negative impact of </a:t>
            </a:r>
            <a:r>
              <a:rPr lang="en-IN" dirty="0" smtClean="0"/>
              <a:t>0.351943 </a:t>
            </a:r>
            <a:r>
              <a:rPr lang="en-IN" dirty="0"/>
              <a:t>on the brand value of Brand A.</a:t>
            </a:r>
          </a:p>
          <a:p>
            <a:pPr lvl="0"/>
            <a:r>
              <a:rPr lang="en-IN" dirty="0"/>
              <a:t>“Are made with natural oils” has negative impact of 0.406342 on the brand value of Brand A.</a:t>
            </a:r>
          </a:p>
          <a:p>
            <a:pPr lvl="0"/>
            <a:r>
              <a:rPr lang="en-IN" dirty="0"/>
              <a:t>“Processing level” has a </a:t>
            </a:r>
            <a:r>
              <a:rPr lang="en-IN" dirty="0" smtClean="0"/>
              <a:t>positive </a:t>
            </a:r>
            <a:r>
              <a:rPr lang="en-IN" dirty="0"/>
              <a:t>impact of 0.457178 on the brand value of Brand A.</a:t>
            </a:r>
          </a:p>
        </p:txBody>
      </p:sp>
    </p:spTree>
    <p:extLst>
      <p:ext uri="{BB962C8B-B14F-4D97-AF65-F5344CB8AC3E}">
        <p14:creationId xmlns:p14="http://schemas.microsoft.com/office/powerpoint/2010/main" val="284875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880"/>
            <a:ext cx="10515600" cy="69233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smtClean="0"/>
              <a:t>R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7646"/>
            <a:ext cx="10515600" cy="5419317"/>
          </a:xfrm>
        </p:spPr>
        <p:txBody>
          <a:bodyPr>
            <a:normAutofit fontScale="62500" lnSpcReduction="20000"/>
          </a:bodyPr>
          <a:lstStyle/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 smtClean="0"/>
              <a:t>library(</a:t>
            </a:r>
            <a:r>
              <a:rPr lang="en-IN" dirty="0" err="1" smtClean="0"/>
              <a:t>dplyr</a:t>
            </a:r>
            <a:r>
              <a:rPr lang="en-IN" dirty="0" smtClean="0"/>
              <a:t>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/>
              <a:t>v</a:t>
            </a:r>
            <a:r>
              <a:rPr lang="en-IN" dirty="0" smtClean="0"/>
              <a:t>iew(</a:t>
            </a:r>
            <a:r>
              <a:rPr lang="en-IN" dirty="0" err="1" smtClean="0"/>
              <a:t>goodforu</a:t>
            </a:r>
            <a:r>
              <a:rPr lang="en-IN" dirty="0" smtClean="0"/>
              <a:t>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/>
              <a:t>a</a:t>
            </a:r>
            <a:r>
              <a:rPr lang="en-IN" dirty="0" smtClean="0"/>
              <a:t>ttach(</a:t>
            </a:r>
            <a:r>
              <a:rPr lang="en-IN" dirty="0" err="1" smtClean="0"/>
              <a:t>goodforu</a:t>
            </a:r>
            <a:r>
              <a:rPr lang="en-IN" dirty="0" smtClean="0"/>
              <a:t>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 err="1" smtClean="0"/>
              <a:t>brandA</a:t>
            </a:r>
            <a:r>
              <a:rPr lang="en-IN" dirty="0" smtClean="0"/>
              <a:t>&lt;-</a:t>
            </a:r>
            <a:r>
              <a:rPr lang="en-IN" dirty="0" err="1" smtClean="0"/>
              <a:t>data.frame</a:t>
            </a:r>
            <a:r>
              <a:rPr lang="en-IN" dirty="0" smtClean="0"/>
              <a:t>(X2,X9,X16,X23,X30)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/>
              <a:t>d</a:t>
            </a:r>
            <a:r>
              <a:rPr lang="en-IN" dirty="0" smtClean="0"/>
              <a:t>etach(</a:t>
            </a:r>
            <a:r>
              <a:rPr lang="en-IN" dirty="0" err="1" smtClean="0"/>
              <a:t>goodforu</a:t>
            </a:r>
            <a:r>
              <a:rPr lang="en-IN" dirty="0" smtClean="0"/>
              <a:t>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 smtClean="0"/>
              <a:t>attach(</a:t>
            </a:r>
            <a:r>
              <a:rPr lang="en-IN" dirty="0" err="1" smtClean="0"/>
              <a:t>brandA</a:t>
            </a:r>
            <a:r>
              <a:rPr lang="en-IN" dirty="0" smtClean="0"/>
              <a:t>)</a:t>
            </a:r>
          </a:p>
          <a:p>
            <a:pPr marL="0" indent="0">
              <a:buSzPct val="64000"/>
              <a:buNone/>
            </a:pPr>
            <a:r>
              <a:rPr lang="en-IN" dirty="0" smtClean="0"/>
              <a:t>#lets create a categorical </a:t>
            </a:r>
            <a:r>
              <a:rPr lang="en-IN" dirty="0"/>
              <a:t>variable called </a:t>
            </a:r>
            <a:r>
              <a:rPr lang="en-IN" dirty="0" smtClean="0"/>
              <a:t>“Target” </a:t>
            </a:r>
            <a:r>
              <a:rPr lang="en-IN" dirty="0"/>
              <a:t>with </a:t>
            </a:r>
            <a:r>
              <a:rPr lang="en-IN" dirty="0" smtClean="0"/>
              <a:t>values of 0 </a:t>
            </a:r>
            <a:r>
              <a:rPr lang="en-IN" dirty="0"/>
              <a:t>and 1,where 0 is bad and 1 is </a:t>
            </a:r>
            <a:r>
              <a:rPr lang="en-IN" dirty="0" smtClean="0"/>
              <a:t>good, based on the ratings given by the customer(column=X23), where anything from 5 and above is good </a:t>
            </a:r>
            <a:r>
              <a:rPr lang="en-IN" dirty="0" smtClean="0"/>
              <a:t>and less than 5 is </a:t>
            </a:r>
            <a:r>
              <a:rPr lang="en-IN" dirty="0" smtClean="0"/>
              <a:t>bad.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 err="1" smtClean="0"/>
              <a:t>brandA$target</a:t>
            </a:r>
            <a:r>
              <a:rPr lang="en-IN" dirty="0" smtClean="0"/>
              <a:t>&lt;-</a:t>
            </a:r>
            <a:r>
              <a:rPr lang="en-IN" dirty="0" err="1" smtClean="0"/>
              <a:t>ifelse</a:t>
            </a:r>
            <a:r>
              <a:rPr lang="en-IN" dirty="0" smtClean="0"/>
              <a:t>(brandA$X23&gt;4,1,0)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IN" dirty="0" err="1" smtClean="0"/>
              <a:t>colSums</a:t>
            </a:r>
            <a:r>
              <a:rPr lang="en-IN" dirty="0" smtClean="0"/>
              <a:t>(is.na(</a:t>
            </a:r>
            <a:r>
              <a:rPr lang="en-IN" dirty="0" err="1" smtClean="0"/>
              <a:t>brandA</a:t>
            </a:r>
            <a:r>
              <a:rPr lang="en-IN" dirty="0" smtClean="0"/>
              <a:t>))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US" dirty="0" err="1" smtClean="0"/>
              <a:t>str</a:t>
            </a:r>
            <a:r>
              <a:rPr lang="en-US" dirty="0" smtClean="0"/>
              <a:t>(</a:t>
            </a:r>
            <a:r>
              <a:rPr lang="en-US" dirty="0" err="1" smtClean="0"/>
              <a:t>brandA</a:t>
            </a:r>
            <a:r>
              <a:rPr lang="en-US" dirty="0" smtClean="0"/>
              <a:t>)</a:t>
            </a:r>
          </a:p>
          <a:p>
            <a:pPr marL="0" indent="0">
              <a:buSzPct val="64000"/>
              <a:buNone/>
            </a:pPr>
            <a:r>
              <a:rPr lang="en-US" dirty="0" smtClean="0"/>
              <a:t>#we </a:t>
            </a:r>
            <a:r>
              <a:rPr lang="en-US" dirty="0" err="1" smtClean="0"/>
              <a:t>dont</a:t>
            </a:r>
            <a:r>
              <a:rPr lang="en-US" dirty="0" smtClean="0"/>
              <a:t> need X23 now for analysis ,so we can remove it 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US" dirty="0" err="1" smtClean="0"/>
              <a:t>brandA</a:t>
            </a:r>
            <a:r>
              <a:rPr lang="en-US" dirty="0" smtClean="0"/>
              <a:t>&lt;-</a:t>
            </a:r>
            <a:r>
              <a:rPr lang="en-US" dirty="0" err="1" smtClean="0"/>
              <a:t>brandA</a:t>
            </a:r>
            <a:r>
              <a:rPr lang="en-US" dirty="0" smtClean="0"/>
              <a:t>%&gt;%select(-X23)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SzPct val="64000"/>
              <a:buNone/>
            </a:pPr>
            <a:r>
              <a:rPr lang="en-US" dirty="0" smtClean="0"/>
              <a:t>#let's build the model taking target as the dependent variable and all others as independent variables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US" dirty="0" smtClean="0"/>
              <a:t>model&lt;-</a:t>
            </a:r>
            <a:r>
              <a:rPr lang="en-US" dirty="0" err="1" smtClean="0"/>
              <a:t>glm</a:t>
            </a:r>
            <a:r>
              <a:rPr lang="en-US" dirty="0" smtClean="0"/>
              <a:t>(</a:t>
            </a:r>
            <a:r>
              <a:rPr lang="en-US" dirty="0" err="1" smtClean="0"/>
              <a:t>target~.,data</a:t>
            </a:r>
            <a:r>
              <a:rPr lang="en-US" dirty="0" smtClean="0"/>
              <a:t> = </a:t>
            </a:r>
            <a:r>
              <a:rPr lang="en-US" dirty="0" err="1" smtClean="0"/>
              <a:t>brandA,family</a:t>
            </a:r>
            <a:r>
              <a:rPr lang="en-US" dirty="0" smtClean="0"/>
              <a:t> = "binomial")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US" dirty="0" smtClean="0"/>
              <a:t>summary(model)</a:t>
            </a:r>
          </a:p>
          <a:p>
            <a:pPr>
              <a:buSzPct val="64000"/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SzPct val="64000"/>
              <a:buFont typeface="Wingdings" panose="05000000000000000000" pitchFamily="2" charset="2"/>
              <a:buChar char="Ø"/>
            </a:pPr>
            <a:r>
              <a:rPr lang="en-US" dirty="0" smtClean="0"/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340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</TotalTime>
  <Words>260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Wingdings</vt:lpstr>
      <vt:lpstr>Wingdings 3</vt:lpstr>
      <vt:lpstr>Ion</vt:lpstr>
      <vt:lpstr>Solution to the Logistic Regression Graded Assignment </vt:lpstr>
      <vt:lpstr>Data Exploration</vt:lpstr>
      <vt:lpstr>Insights</vt:lpstr>
      <vt:lpstr>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to the Logistic Regression Graded Assignment</dc:title>
  <dc:creator>shree_163@yahoo.co.in</dc:creator>
  <cp:lastModifiedBy>shree_163@yahoo.co.in</cp:lastModifiedBy>
  <cp:revision>7</cp:revision>
  <dcterms:created xsi:type="dcterms:W3CDTF">2018-10-04T09:20:32Z</dcterms:created>
  <dcterms:modified xsi:type="dcterms:W3CDTF">2018-10-04T10:39:59Z</dcterms:modified>
</cp:coreProperties>
</file>